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79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68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599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2744148" y="3898707"/>
            <a:ext cx="3655703" cy="22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Aimee Roddick  |  Spicy Mango  |  January 2026</a:t>
            </a:r>
            <a:endParaRPr lang="en-US" sz="1050" dirty="0"/>
          </a:p>
        </p:txBody>
      </p:sp>
      <p:pic>
        <p:nvPicPr>
          <p:cNvPr id="9" name="Picture 8" descr="A colorful cube with a white tick&#10;&#10;AI-generated content may be incorrect.">
            <a:extLst>
              <a:ext uri="{FF2B5EF4-FFF2-40B4-BE49-F238E27FC236}">
                <a16:creationId xmlns:a16="http://schemas.microsoft.com/office/drawing/2014/main" id="{CB06298B-12E3-7A25-A95B-4CDD16B9D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47" y="1488574"/>
            <a:ext cx="952500" cy="952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CD9FCE-37D2-11ED-AB2B-26BEEE5E5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956" y="2634273"/>
            <a:ext cx="2396360" cy="5990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</a:t>
            </a:r>
            <a:endParaRPr lang="en-US" sz="2700" dirty="0"/>
          </a:p>
        </p:txBody>
      </p:sp>
      <p:pic>
        <p:nvPicPr>
          <p:cNvPr id="3" name="Image 0" descr="/tmp/rasterized-gradient-9cabe0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8700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13781"/>
            <a:ext cx="2590800" cy="1315938"/>
          </a:xfrm>
          <a:prstGeom prst="roundRect">
            <a:avLst>
              <a:gd name="adj" fmla="val 8686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95325" y="2151906"/>
            <a:ext cx="215684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D946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95325" y="2471886"/>
            <a:ext cx="2156841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task management tools are either too complex for personal use or too simple for real project work.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3276600" y="1913781"/>
            <a:ext cx="2590800" cy="1315938"/>
          </a:xfrm>
          <a:prstGeom prst="roundRect">
            <a:avLst>
              <a:gd name="adj" fmla="val 8686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514725" y="2151906"/>
            <a:ext cx="215684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D946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Journey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514725" y="2471886"/>
            <a:ext cx="2156841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Started as a personal project in late 2025. Built it for myself first, then realised others might find it useful.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6096000" y="1913781"/>
            <a:ext cx="2590800" cy="1315938"/>
          </a:xfrm>
          <a:prstGeom prst="roundRect">
            <a:avLst>
              <a:gd name="adj" fmla="val 8686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334125" y="2151906"/>
            <a:ext cx="2156841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D946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Result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34125" y="2471886"/>
            <a:ext cx="2156841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that combines simplicity of personal task apps with power features users </a:t>
            </a:r>
            <a:r>
              <a:rPr lang="en-US" sz="975" b="1" i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</a:t>
            </a: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need. 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lang="en-US" sz="2700" dirty="0"/>
          </a:p>
        </p:txBody>
      </p:sp>
      <p:pic>
        <p:nvPicPr>
          <p:cNvPr id="3" name="Image 0" descr="/tmp/rasterized-gradient-c4b9a8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8700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73907"/>
            <a:ext cx="3682174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800"/>
              </a:spcAft>
              <a:buNone/>
            </a:pPr>
            <a:r>
              <a:rPr lang="en-US" sz="135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Trackli is a web-based task management application for managing day-to-day tasks for personal or professional users.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7200" y="2922240"/>
            <a:ext cx="368217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planning through My Day view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3204121"/>
            <a:ext cx="368217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Kanban-style task management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3486001"/>
            <a:ext cx="368217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integration and scheduling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3767882"/>
            <a:ext cx="368217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productivity features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049762"/>
            <a:ext cx="368217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 and Slack integrations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448175" y="2278410"/>
            <a:ext cx="4238625" cy="1653332"/>
          </a:xfrm>
          <a:prstGeom prst="roundRect">
            <a:avLst>
              <a:gd name="adj" fmla="val 9218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726400" y="2592735"/>
            <a:ext cx="36821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26400" y="2905125"/>
            <a:ext cx="368217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gettrackli.com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4726400" y="3430786"/>
            <a:ext cx="368217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desktop, tablet, and mobile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It's Built</a:t>
            </a:r>
            <a:endParaRPr lang="en-US" sz="2700" dirty="0"/>
          </a:p>
        </p:txBody>
      </p:sp>
      <p:pic>
        <p:nvPicPr>
          <p:cNvPr id="3" name="Image 0" descr="/tmp/rasterized-gradient-04f21d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8700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24000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1836390"/>
            <a:ext cx="3962400" cy="657076"/>
          </a:xfrm>
          <a:prstGeom prst="roundRect">
            <a:avLst>
              <a:gd name="adj" fmla="val 11597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0075" y="1979265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Tailwind CSS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0075" y="2203996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framework and styling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457200" y="2607766"/>
            <a:ext cx="3962400" cy="657076"/>
          </a:xfrm>
          <a:prstGeom prst="roundRect">
            <a:avLst>
              <a:gd name="adj" fmla="val 11597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00075" y="2750641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0075" y="2975372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database, auth, real-time, storage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457200" y="3379143"/>
            <a:ext cx="3962400" cy="657076"/>
          </a:xfrm>
          <a:prstGeom prst="roundRect">
            <a:avLst>
              <a:gd name="adj" fmla="val 11597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00075" y="3522018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0075" y="3746748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Hosting, deployment, API routes, AI endpoints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4724400" y="1524000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FLOW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24400" y="1836390"/>
            <a:ext cx="3962400" cy="1847701"/>
          </a:xfrm>
          <a:prstGeom prst="roundRect">
            <a:avLst>
              <a:gd name="adj" fmla="val 6186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927664" y="2074515"/>
            <a:ext cx="35558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1D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27664" y="2337346"/>
            <a:ext cx="35558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A855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927664" y="2680246"/>
            <a:ext cx="35558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 + AI Endpoints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927664" y="2916436"/>
            <a:ext cx="35558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A855F7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927664" y="3259336"/>
            <a:ext cx="35558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7800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Build Another PM Tool?</a:t>
            </a:r>
            <a:endParaRPr lang="en-US" sz="2700" dirty="0"/>
          </a:p>
        </p:txBody>
      </p:sp>
      <p:pic>
        <p:nvPicPr>
          <p:cNvPr id="3" name="Image 0" descr="/tmp/rasterized-gradient-c38f4b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8700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24000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1836390"/>
            <a:ext cx="3962400" cy="727621"/>
          </a:xfrm>
          <a:prstGeom prst="roundRect">
            <a:avLst>
              <a:gd name="adj" fmla="val 1047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19125" y="1998315"/>
            <a:ext cx="37113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Tools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19125" y="2242096"/>
            <a:ext cx="37113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Jira, Monday, Asana - powerful but overwhelming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2678311"/>
            <a:ext cx="3962400" cy="727621"/>
          </a:xfrm>
          <a:prstGeom prst="roundRect">
            <a:avLst>
              <a:gd name="adj" fmla="val 10472"/>
            </a:avLst>
          </a:prstGeom>
          <a:solidFill>
            <a:srgbClr val="FBBF24">
              <a:alpha val="10000"/>
            </a:srgbClr>
          </a:solidFill>
          <a:ln w="9525">
            <a:solidFill>
              <a:srgbClr val="FBBF2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19125" y="2840236"/>
            <a:ext cx="37113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Apps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9125" y="3084016"/>
            <a:ext cx="37113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Todoist, Reminders - simple but lack PM features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724400" y="1524000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TRACKLI'S SWEET SPOT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724400" y="1836390"/>
            <a:ext cx="3962400" cy="727621"/>
          </a:xfrm>
          <a:prstGeom prst="roundRect">
            <a:avLst>
              <a:gd name="adj" fmla="val 10472"/>
            </a:avLst>
          </a:prstGeom>
          <a:solidFill>
            <a:srgbClr val="22C55E">
              <a:alpha val="10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86325" y="1998315"/>
            <a:ext cx="37113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Right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86325" y="2242096"/>
            <a:ext cx="37113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interface with real PM features and AI support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2603" y="2095500"/>
            <a:ext cx="36586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Features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191000" y="3009900"/>
            <a:ext cx="762000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 Kanban Board</a:t>
            </a:r>
            <a:endParaRPr lang="en-US" sz="2700" dirty="0"/>
          </a:p>
        </p:txBody>
      </p:sp>
      <p:pic>
        <p:nvPicPr>
          <p:cNvPr id="3" name="Image 0" descr="/tmp/rasterized-gradient-fe6b3c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8700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07282"/>
            <a:ext cx="404164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all your tasks at a glance. Drag and drop to update status instantly.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2924324"/>
            <a:ext cx="40416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columns: Backlog, To Do, In Progress, Done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457200" y="3192810"/>
            <a:ext cx="40416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project, status, or search across all tasks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57200" y="3461296"/>
            <a:ext cx="40416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indicators for critical tasks, due dates, effort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57200" y="3729782"/>
            <a:ext cx="40416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sorting by due date, critical status, start date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5343525" y="2623245"/>
            <a:ext cx="857250" cy="963811"/>
          </a:xfrm>
          <a:prstGeom prst="roundRect">
            <a:avLst>
              <a:gd name="adj" fmla="val 8889"/>
            </a:avLst>
          </a:prstGeom>
          <a:solidFill>
            <a:srgbClr val="EF4444">
              <a:alpha val="15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461254" y="2747070"/>
            <a:ext cx="621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467350" y="2956620"/>
            <a:ext cx="609600" cy="234255"/>
          </a:xfrm>
          <a:prstGeom prst="roundRect">
            <a:avLst>
              <a:gd name="adj" fmla="val 1626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524500" y="3013770"/>
            <a:ext cx="5052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5467350" y="3228975"/>
            <a:ext cx="609600" cy="234255"/>
          </a:xfrm>
          <a:prstGeom prst="roundRect">
            <a:avLst>
              <a:gd name="adj" fmla="val 1626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524500" y="3286125"/>
            <a:ext cx="5052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6276975" y="2623245"/>
            <a:ext cx="857250" cy="963811"/>
          </a:xfrm>
          <a:prstGeom prst="roundRect">
            <a:avLst>
              <a:gd name="adj" fmla="val 8889"/>
            </a:avLst>
          </a:prstGeom>
          <a:solidFill>
            <a:srgbClr val="FBBF24">
              <a:alpha val="15000"/>
            </a:srgbClr>
          </a:solidFill>
          <a:ln w="9525">
            <a:solidFill>
              <a:srgbClr val="FBBF2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394704" y="2747070"/>
            <a:ext cx="6217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400800" y="3089970"/>
            <a:ext cx="609600" cy="234255"/>
          </a:xfrm>
          <a:prstGeom prst="roundRect">
            <a:avLst>
              <a:gd name="adj" fmla="val 1626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457950" y="3147120"/>
            <a:ext cx="5052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7210425" y="2623245"/>
            <a:ext cx="857250" cy="963811"/>
          </a:xfrm>
          <a:prstGeom prst="roundRect">
            <a:avLst>
              <a:gd name="adj" fmla="val 8889"/>
            </a:avLst>
          </a:prstGeom>
          <a:solidFill>
            <a:srgbClr val="22C55E">
              <a:alpha val="15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328154" y="2747070"/>
            <a:ext cx="621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7334250" y="2956620"/>
            <a:ext cx="609600" cy="234255"/>
          </a:xfrm>
          <a:prstGeom prst="roundRect">
            <a:avLst>
              <a:gd name="adj" fmla="val 1626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391400" y="3013770"/>
            <a:ext cx="5052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7334250" y="3228975"/>
            <a:ext cx="609600" cy="234255"/>
          </a:xfrm>
          <a:prstGeom prst="roundRect">
            <a:avLst>
              <a:gd name="adj" fmla="val 1626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391400" y="3286125"/>
            <a:ext cx="5052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5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Task Creation</a:t>
            </a:r>
            <a:endParaRPr lang="en-US" sz="2700" dirty="0"/>
          </a:p>
        </p:txBody>
      </p:sp>
      <p:pic>
        <p:nvPicPr>
          <p:cNvPr id="3" name="Image 0" descr="/tmp/rasterized-gradient-f61baa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8700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87079"/>
            <a:ext cx="2590800" cy="1035993"/>
          </a:xfrm>
          <a:prstGeom prst="roundRect">
            <a:avLst>
              <a:gd name="adj" fmla="val 11033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7225" y="2787104"/>
            <a:ext cx="22345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Q to Quick Add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7225" y="3076575"/>
            <a:ext cx="223456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shortcut opens minimal input. Type and hit Enter.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3276600" y="2587079"/>
            <a:ext cx="2590800" cy="1035993"/>
          </a:xfrm>
          <a:prstGeom prst="roundRect">
            <a:avLst>
              <a:gd name="adj" fmla="val 11033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476625" y="2787104"/>
            <a:ext cx="22345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FAB Button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6625" y="3076575"/>
            <a:ext cx="223456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action button on mobile. Tap to add from anywhere.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6096000" y="2587079"/>
            <a:ext cx="2590800" cy="1035993"/>
          </a:xfrm>
          <a:prstGeom prst="roundRect">
            <a:avLst>
              <a:gd name="adj" fmla="val 11033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296025" y="2787104"/>
            <a:ext cx="22345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to Task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96025" y="3076575"/>
            <a:ext cx="223456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your task. AI transcribes and creates it automatically.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Day</a:t>
            </a:r>
            <a:endParaRPr lang="en-US" sz="2700" dirty="0"/>
          </a:p>
        </p:txBody>
      </p:sp>
      <p:pic>
        <p:nvPicPr>
          <p:cNvPr id="3" name="Image 0" descr="/tmp/rasterized-gradient-1952a2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8700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0642"/>
            <a:ext cx="4220778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daily command centre. Focus on what matters today.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7200" y="2950964"/>
            <a:ext cx="4220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Auto-populated with tasks due today or starting today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457200" y="3219450"/>
            <a:ext cx="4220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for overdue and quick wins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57200" y="3487936"/>
            <a:ext cx="4220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icon shows My Day tasks on the board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57200" y="3756422"/>
            <a:ext cx="4220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Clears at midnight for fresh start each day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4900017" y="1754535"/>
            <a:ext cx="3786783" cy="2701082"/>
          </a:xfrm>
          <a:prstGeom prst="roundRect">
            <a:avLst>
              <a:gd name="adj" fmla="val 5642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138142" y="1992660"/>
            <a:ext cx="337674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Day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138142" y="2384971"/>
            <a:ext cx="3310533" cy="560040"/>
          </a:xfrm>
          <a:prstGeom prst="roundRect">
            <a:avLst>
              <a:gd name="adj" fmla="val 13606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152430" y="2384971"/>
            <a:ext cx="0" cy="560040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281017" y="2499271"/>
            <a:ext cx="31144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Q4 report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281017" y="2697361"/>
            <a:ext cx="3114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today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138142" y="3021211"/>
            <a:ext cx="3310533" cy="560040"/>
          </a:xfrm>
          <a:prstGeom prst="roundRect">
            <a:avLst>
              <a:gd name="adj" fmla="val 13606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152430" y="3021211"/>
            <a:ext cx="0" cy="560040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281017" y="3135511"/>
            <a:ext cx="31144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standup prep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281017" y="3333601"/>
            <a:ext cx="3114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today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138142" y="3657451"/>
            <a:ext cx="3310533" cy="560040"/>
          </a:xfrm>
          <a:prstGeom prst="roundRect">
            <a:avLst>
              <a:gd name="adj" fmla="val 13606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5152430" y="3657451"/>
            <a:ext cx="0" cy="560040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5281017" y="3771751"/>
            <a:ext cx="31144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email reply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281017" y="3969841"/>
            <a:ext cx="3114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effort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Calendar View</a:t>
            </a:r>
            <a:endParaRPr lang="en-US" sz="2700" dirty="0"/>
          </a:p>
        </p:txBody>
      </p:sp>
      <p:pic>
        <p:nvPicPr>
          <p:cNvPr id="3" name="Image 0" descr="/tmp/rasterized-gradient-0fa5ff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8700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76549"/>
            <a:ext cx="387648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your tasks on a timeline. Drag to reschedule. Plan your week visually.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2293590"/>
            <a:ext cx="3800475" cy="670471"/>
          </a:xfrm>
          <a:prstGeom prst="roundRect">
            <a:avLst>
              <a:gd name="adj" fmla="val 11365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0075" y="2436465"/>
            <a:ext cx="3585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Day, Week, and Month Views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0075" y="2661196"/>
            <a:ext cx="3585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to see the detail level you need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3078361"/>
            <a:ext cx="3800475" cy="670471"/>
          </a:xfrm>
          <a:prstGeom prst="roundRect">
            <a:avLst>
              <a:gd name="adj" fmla="val 11365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00075" y="3221236"/>
            <a:ext cx="3585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and Drop Scheduling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0075" y="3445966"/>
            <a:ext cx="3585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tasks to different days or times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3863132"/>
            <a:ext cx="3800475" cy="670471"/>
          </a:xfrm>
          <a:prstGeom prst="roundRect">
            <a:avLst>
              <a:gd name="adj" fmla="val 11365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00075" y="4006007"/>
            <a:ext cx="3585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Block Resizing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0075" y="4230737"/>
            <a:ext cx="3585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with ghost preview showing changes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62475" y="2408932"/>
            <a:ext cx="4124325" cy="1392436"/>
          </a:xfrm>
          <a:prstGeom prst="roundRect">
            <a:avLst>
              <a:gd name="adj" fmla="val 8209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724400" y="2570857"/>
            <a:ext cx="38764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View - 6-12 Jan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717104" y="2871788"/>
            <a:ext cx="7441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675" dirty="0"/>
          </a:p>
        </p:txBody>
      </p:sp>
      <p:sp>
        <p:nvSpPr>
          <p:cNvPr id="17" name="Text 14"/>
          <p:cNvSpPr/>
          <p:nvPr/>
        </p:nvSpPr>
        <p:spPr>
          <a:xfrm>
            <a:off x="4724400" y="3029843"/>
            <a:ext cx="729555" cy="333375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62500" y="3067943"/>
            <a:ext cx="66642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4724400" y="3401318"/>
            <a:ext cx="729555" cy="238125"/>
          </a:xfrm>
          <a:prstGeom prst="roundRect">
            <a:avLst>
              <a:gd name="adj" fmla="val 16000"/>
            </a:avLst>
          </a:prstGeom>
          <a:solidFill>
            <a:srgbClr val="D946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762500" y="3439418"/>
            <a:ext cx="66642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5484760" y="2871788"/>
            <a:ext cx="7441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5492055" y="3029843"/>
            <a:ext cx="729555" cy="428625"/>
          </a:xfrm>
          <a:prstGeom prst="roundRect">
            <a:avLst>
              <a:gd name="adj" fmla="val 8889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530155" y="3067943"/>
            <a:ext cx="66642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252415" y="2871788"/>
            <a:ext cx="7441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6259711" y="3029843"/>
            <a:ext cx="729555" cy="285750"/>
          </a:xfrm>
          <a:prstGeom prst="roundRect">
            <a:avLst>
              <a:gd name="adj" fmla="val 13333"/>
            </a:avLst>
          </a:prstGeom>
          <a:solidFill>
            <a:srgbClr val="D946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297811" y="3067943"/>
            <a:ext cx="66642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6259711" y="3353693"/>
            <a:ext cx="729555" cy="1905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297811" y="3391793"/>
            <a:ext cx="66642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7020071" y="2871788"/>
            <a:ext cx="7441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7027366" y="3029843"/>
            <a:ext cx="729555" cy="47625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065466" y="3067943"/>
            <a:ext cx="66642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work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7787726" y="2871788"/>
            <a:ext cx="7441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7795022" y="3029843"/>
            <a:ext cx="729555" cy="333375"/>
          </a:xfrm>
          <a:prstGeom prst="roundRect">
            <a:avLst>
              <a:gd name="adj" fmla="val 11429"/>
            </a:avLst>
          </a:prstGeom>
          <a:solidFill>
            <a:srgbClr val="D946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833122" y="3067943"/>
            <a:ext cx="66642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00368" y="1809750"/>
            <a:ext cx="31431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Cool Things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903211" y="2647950"/>
            <a:ext cx="33375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1200"/>
              </a:spcBef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Features and Automations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91000" y="3295650"/>
            <a:ext cx="762000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6835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Subtask Recommendations</a:t>
            </a:r>
            <a:endParaRPr lang="en-US" sz="2400" dirty="0"/>
          </a:p>
        </p:txBody>
      </p:sp>
      <p:pic>
        <p:nvPicPr>
          <p:cNvPr id="3" name="Image 0" descr="/tmp/rasterized-gradient-e0e5de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600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84375"/>
            <a:ext cx="37987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analyses your task and suggests how to break it down. Great for when you are staring at a big task.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3001417"/>
            <a:ext cx="3798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Hover over any task and click the sparkle icon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457200" y="3269903"/>
            <a:ext cx="3798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suggests 3-5 subtasks based on the task title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57200" y="3538389"/>
            <a:ext cx="3798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Select the ones you want and add them instantly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486275" y="1992809"/>
            <a:ext cx="4200525" cy="2110383"/>
          </a:xfrm>
          <a:prstGeom prst="roundRect">
            <a:avLst>
              <a:gd name="adj" fmla="val 7221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24400" y="2230934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TASK: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4724400" y="2491829"/>
            <a:ext cx="379876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"Prepare quarterly report"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24400" y="2830860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SUGGESTIONS: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724400" y="3053655"/>
            <a:ext cx="37987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Selected: Gather sales data from Q4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24400" y="3270796"/>
            <a:ext cx="37987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Selected: Pull analytics from dashboard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24400" y="3487936"/>
            <a:ext cx="37987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Available: Draft executive summary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24400" y="3705076"/>
            <a:ext cx="37987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Available: Create charts and visuals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My Day</a:t>
            </a:r>
            <a:endParaRPr lang="en-US" sz="2700" dirty="0"/>
          </a:p>
        </p:txBody>
      </p:sp>
      <p:pic>
        <p:nvPicPr>
          <p:cNvPr id="3" name="Image 0" descr="/tmp/rasterized-gradient-ec906a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8700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02334"/>
            <a:ext cx="37987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AI how much time you have. It builds your day based on priorities, due dates, and effort.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2619375"/>
            <a:ext cx="3724275" cy="1512391"/>
          </a:xfrm>
          <a:prstGeom prst="roundRect">
            <a:avLst>
              <a:gd name="adj" fmla="val 7558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57225" y="2819400"/>
            <a:ext cx="33907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prioritises: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57225" y="3120330"/>
            <a:ext cx="33907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Critical + overdue tasks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7225" y="3337471"/>
            <a:ext cx="33907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Critical + due today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57225" y="3554611"/>
            <a:ext cx="33907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Overdue tasks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7225" y="3771751"/>
            <a:ext cx="33907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Due today and this week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486275" y="1791891"/>
            <a:ext cx="4200525" cy="2550319"/>
          </a:xfrm>
          <a:prstGeom prst="roundRect">
            <a:avLst>
              <a:gd name="adj" fmla="val 5976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724400" y="2030016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900"/>
              </a:spcAft>
              <a:buNone/>
            </a:pPr>
            <a:r>
              <a:rPr lang="en-US" sz="825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TIME DO YOU HAVE?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724400" y="2290911"/>
            <a:ext cx="686098" cy="312390"/>
          </a:xfrm>
          <a:prstGeom prst="roundRect">
            <a:avLst>
              <a:gd name="adj" fmla="val 18294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76800" y="2367111"/>
            <a:ext cx="388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hours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698" y="2290911"/>
            <a:ext cx="686098" cy="312390"/>
          </a:xfrm>
          <a:prstGeom prst="roundRect">
            <a:avLst>
              <a:gd name="adj" fmla="val 18294"/>
            </a:avLst>
          </a:prstGeom>
          <a:solidFill>
            <a:srgbClr val="7C3AED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639098" y="2367111"/>
            <a:ext cx="388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hours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48995" y="2290911"/>
            <a:ext cx="686098" cy="312390"/>
          </a:xfrm>
          <a:prstGeom prst="roundRect">
            <a:avLst>
              <a:gd name="adj" fmla="val 18294"/>
            </a:avLst>
          </a:prstGeom>
          <a:solidFill>
            <a:srgbClr val="7C3AED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401395" y="2367111"/>
            <a:ext cx="388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hours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24400" y="2755702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PLANNED DAY: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724400" y="2978497"/>
            <a:ext cx="3724275" cy="337096"/>
          </a:xfrm>
          <a:prstGeom prst="roundRect">
            <a:avLst>
              <a:gd name="adj" fmla="val 16954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738688" y="2978497"/>
            <a:ext cx="0" cy="337096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4848225" y="3073747"/>
            <a:ext cx="35753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Q4 report (Critical)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724400" y="3372743"/>
            <a:ext cx="3724275" cy="337096"/>
          </a:xfrm>
          <a:prstGeom prst="roundRect">
            <a:avLst>
              <a:gd name="adj" fmla="val 16954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819650" y="3467993"/>
            <a:ext cx="36044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standup prep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724400" y="3766989"/>
            <a:ext cx="3724275" cy="337096"/>
          </a:xfrm>
          <a:prstGeom prst="roundRect">
            <a:avLst>
              <a:gd name="adj" fmla="val 16954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19650" y="3862239"/>
            <a:ext cx="36044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 to Sarah's email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8098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Notes, Emails, or Attachments to Tasks</a:t>
            </a:r>
            <a:endParaRPr lang="en-US" sz="2400" dirty="0"/>
          </a:p>
        </p:txBody>
      </p:sp>
      <p:pic>
        <p:nvPicPr>
          <p:cNvPr id="3" name="Image 0" descr="/tmp/rasterized-gradient-b49b43a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90600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64953"/>
            <a:ext cx="4000500" cy="779115"/>
          </a:xfrm>
          <a:prstGeom prst="roundRect">
            <a:avLst>
              <a:gd name="adj" fmla="val 14670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38175" y="1945928"/>
            <a:ext cx="37113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Meeting Notes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638175" y="2203103"/>
            <a:ext cx="37113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extracts action items with owners and due dates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2658368"/>
            <a:ext cx="4000500" cy="779115"/>
          </a:xfrm>
          <a:prstGeom prst="roundRect">
            <a:avLst>
              <a:gd name="adj" fmla="val 14670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38175" y="2839343"/>
            <a:ext cx="37113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Photo of Notes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638175" y="3096518"/>
            <a:ext cx="37113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of handwritten notes or whiteboard. AI reads and extracts.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3551783"/>
            <a:ext cx="4000500" cy="779115"/>
          </a:xfrm>
          <a:prstGeom prst="roundRect">
            <a:avLst>
              <a:gd name="adj" fmla="val 14670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38175" y="3732758"/>
            <a:ext cx="37113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Input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638175" y="3989933"/>
            <a:ext cx="37113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your notes. AI transcribes and creates tasks.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86300" y="1828949"/>
            <a:ext cx="4000500" cy="2438102"/>
          </a:xfrm>
          <a:prstGeom prst="roundRect">
            <a:avLst>
              <a:gd name="adj" fmla="val 4688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86325" y="2028974"/>
            <a:ext cx="3672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INPUT: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886325" y="2238524"/>
            <a:ext cx="3600450" cy="495300"/>
          </a:xfrm>
          <a:prstGeom prst="roundRect">
            <a:avLst>
              <a:gd name="adj" fmla="val 1538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000625" y="2352824"/>
            <a:ext cx="34392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"Action items: Sarah to review API docs by Friday. Dave needs to fix login bug ASAP."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886325" y="2848124"/>
            <a:ext cx="3672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D94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EXTRACTS: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886325" y="3057674"/>
            <a:ext cx="3600450" cy="476101"/>
          </a:xfrm>
          <a:prstGeom prst="roundRect">
            <a:avLst>
              <a:gd name="adj" fmla="val 12004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981575" y="3152924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API docs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981575" y="3318570"/>
            <a:ext cx="347814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- Due Friday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886325" y="3590925"/>
            <a:ext cx="3600450" cy="476101"/>
          </a:xfrm>
          <a:prstGeom prst="roundRect">
            <a:avLst>
              <a:gd name="adj" fmla="val 12004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981575" y="3686175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login bug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981575" y="3851821"/>
            <a:ext cx="347814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Dave - Critical</a:t>
            </a:r>
            <a:endParaRPr lang="en-US" sz="6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Outlook Emails to Tasks</a:t>
            </a:r>
            <a:endParaRPr lang="en-US" sz="2700" dirty="0"/>
          </a:p>
        </p:txBody>
      </p:sp>
      <p:pic>
        <p:nvPicPr>
          <p:cNvPr id="3" name="Image 0" descr="/tmp/rasterized-gradient-012746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8700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69182"/>
            <a:ext cx="422077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any email into a task without leaving Outlook. The email becomes your task context.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2886224"/>
            <a:ext cx="4220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task creation - subject becomes title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457200" y="3154710"/>
            <a:ext cx="4220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follow-ups - AI reads and suggests actions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57200" y="3423196"/>
            <a:ext cx="4220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existing tasks - link emails to tasks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57200" y="3691682"/>
            <a:ext cx="42207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desktop and web Outlook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4900017" y="1996529"/>
            <a:ext cx="3786783" cy="2140893"/>
          </a:xfrm>
          <a:prstGeom prst="roundRect">
            <a:avLst>
              <a:gd name="adj" fmla="val 7119"/>
            </a:avLst>
          </a:prstGeom>
          <a:solidFill>
            <a:srgbClr val="0078D4">
              <a:alpha val="10000"/>
            </a:srgbClr>
          </a:solidFill>
          <a:ln w="9525">
            <a:solidFill>
              <a:srgbClr val="0078D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138142" y="2234654"/>
            <a:ext cx="337674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38142" y="2600325"/>
            <a:ext cx="3310533" cy="796082"/>
          </a:xfrm>
          <a:prstGeom prst="roundRect">
            <a:avLst>
              <a:gd name="adj" fmla="val 9572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252442" y="2714625"/>
            <a:ext cx="31435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sarah@company.com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252442" y="2886075"/>
            <a:ext cx="31435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Re: Q1 Budget Review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5252442" y="3135511"/>
            <a:ext cx="31435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you review and send comments by Thursday?"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138142" y="3510707"/>
            <a:ext cx="3310533" cy="388590"/>
          </a:xfrm>
          <a:prstGeom prst="roundRect">
            <a:avLst>
              <a:gd name="adj" fmla="val 19609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221623" y="3625007"/>
            <a:ext cx="31435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Task from Email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Outlook Add-In</a:t>
            </a:r>
            <a:endParaRPr lang="en-US" sz="2700" dirty="0"/>
          </a:p>
        </p:txBody>
      </p:sp>
      <p:pic>
        <p:nvPicPr>
          <p:cNvPr id="3" name="Image 0" descr="/tmp/rasterized-gradient-eba9f3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8700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38449"/>
            <a:ext cx="422077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Trackli sidebar inside Outlook. See tasks, create new ones, manage your day without switching apps.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2255490"/>
            <a:ext cx="4138017" cy="670471"/>
          </a:xfrm>
          <a:prstGeom prst="roundRect">
            <a:avLst>
              <a:gd name="adj" fmla="val 11365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0075" y="2398365"/>
            <a:ext cx="39293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My Day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0075" y="2623096"/>
            <a:ext cx="39293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today's tasks alongside your emails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3040261"/>
            <a:ext cx="4138017" cy="670471"/>
          </a:xfrm>
          <a:prstGeom prst="roundRect">
            <a:avLst>
              <a:gd name="adj" fmla="val 11365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00075" y="3183136"/>
            <a:ext cx="39293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from Meetings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0075" y="3407866"/>
            <a:ext cx="39293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Auto-create agenda reminders and notes follow-ups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3825032"/>
            <a:ext cx="4138017" cy="670471"/>
          </a:xfrm>
          <a:prstGeom prst="roundRect">
            <a:avLst>
              <a:gd name="adj" fmla="val 11365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00075" y="3967907"/>
            <a:ext cx="392931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Tasks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0075" y="4192637"/>
            <a:ext cx="39293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complete, change status, add notes from Outlook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900017" y="2584252"/>
            <a:ext cx="3786783" cy="965597"/>
          </a:xfrm>
          <a:prstGeom prst="roundRect">
            <a:avLst>
              <a:gd name="adj" fmla="val 11837"/>
            </a:avLst>
          </a:prstGeom>
          <a:solidFill>
            <a:srgbClr val="22C55E">
              <a:alpha val="10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105037" y="2822377"/>
            <a:ext cx="337674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Now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105037" y="3138488"/>
            <a:ext cx="33767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Sideload via manifest file or request access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Slack Integration</a:t>
            </a:r>
            <a:endParaRPr lang="en-US" sz="2700" dirty="0"/>
          </a:p>
        </p:txBody>
      </p:sp>
      <p:pic>
        <p:nvPicPr>
          <p:cNvPr id="3" name="Image 0" descr="/tmp/rasterized-gradient-8b4138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8700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03425"/>
            <a:ext cx="399868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tasks from Slack messages. Never lose action items buried in conversations.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3020467"/>
            <a:ext cx="399868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to Task - use message shortcut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457200" y="3288953"/>
            <a:ext cx="399868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Preserved - task includes original message link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57200" y="3557439"/>
            <a:ext cx="399868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Context - know where the task came from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682282" y="2046982"/>
            <a:ext cx="4004518" cy="2039987"/>
          </a:xfrm>
          <a:prstGeom prst="roundRect">
            <a:avLst>
              <a:gd name="adj" fmla="val 7471"/>
            </a:avLst>
          </a:prstGeom>
          <a:solidFill>
            <a:srgbClr val="4A154B">
              <a:alpha val="15000"/>
            </a:srgbClr>
          </a:solidFill>
          <a:ln w="9525">
            <a:solidFill>
              <a:srgbClr val="4A154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920407" y="2285107"/>
            <a:ext cx="359883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E87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20407" y="2650778"/>
            <a:ext cx="3528268" cy="746671"/>
          </a:xfrm>
          <a:prstGeom prst="roundRect">
            <a:avLst>
              <a:gd name="adj" fmla="val 1020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034707" y="2765078"/>
            <a:ext cx="33656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Dave in #project-alpha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34707" y="2963168"/>
            <a:ext cx="33656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someone review the PR for the new API endpoint? Needs to ship by Friday."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920407" y="3511748"/>
            <a:ext cx="1726109" cy="337096"/>
          </a:xfrm>
          <a:prstGeom prst="roundRect">
            <a:avLst>
              <a:gd name="adj" fmla="val 16954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00301" y="3606998"/>
            <a:ext cx="15663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Task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6722715" y="3511748"/>
            <a:ext cx="1726109" cy="337096"/>
          </a:xfrm>
          <a:prstGeom prst="roundRect">
            <a:avLst>
              <a:gd name="adj" fmla="val 16954"/>
            </a:avLst>
          </a:prstGeom>
          <a:solidFill>
            <a:srgbClr val="7C3AED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802609" y="3606998"/>
            <a:ext cx="15663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Existing</a:t>
            </a:r>
            <a:endParaRPr lang="en-US" sz="8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Calendar Integration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52500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D94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825" dirty="0"/>
          </a:p>
        </p:txBody>
      </p:sp>
      <p:pic>
        <p:nvPicPr>
          <p:cNvPr id="4" name="Image 0" descr="/tmp/rasterized-gradient-5e82f3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27696"/>
            <a:ext cx="571500" cy="38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17663"/>
            <a:ext cx="47970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1200"/>
              </a:spcAft>
              <a:buNone/>
            </a:pPr>
            <a:r>
              <a:rPr lang="en-US" sz="1125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calendar events in Trackli. Schedule tasks around meetings.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457200" y="2370088"/>
            <a:ext cx="4702969" cy="605582"/>
          </a:xfrm>
          <a:prstGeom prst="roundRect">
            <a:avLst>
              <a:gd name="adj" fmla="val 12583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81025" y="2493913"/>
            <a:ext cx="45444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Calendar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581025" y="2705249"/>
            <a:ext cx="45444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Two-way sync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57200" y="3070920"/>
            <a:ext cx="4702969" cy="605582"/>
          </a:xfrm>
          <a:prstGeom prst="roundRect">
            <a:avLst>
              <a:gd name="adj" fmla="val 12583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81025" y="3194745"/>
            <a:ext cx="45444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 Calendar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581025" y="3406080"/>
            <a:ext cx="45444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365 integration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57200" y="3771751"/>
            <a:ext cx="4702969" cy="605582"/>
          </a:xfrm>
          <a:prstGeom prst="roundRect">
            <a:avLst>
              <a:gd name="adj" fmla="val 12583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81025" y="3895576"/>
            <a:ext cx="45444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Time Blocking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581025" y="4106912"/>
            <a:ext cx="45444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Auto-find time for tasks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464969" y="2753618"/>
            <a:ext cx="3221831" cy="887611"/>
          </a:xfrm>
          <a:prstGeom prst="roundRect">
            <a:avLst>
              <a:gd name="adj" fmla="val 17170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636776" y="2953643"/>
            <a:ext cx="287821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36776" y="3281214"/>
            <a:ext cx="2878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waitlist at gettrackli.com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8828" y="1809750"/>
            <a:ext cx="332634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342382" y="2647950"/>
            <a:ext cx="24592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1200"/>
              </a:spcBef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Reliability, and Scale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91000" y="3295650"/>
            <a:ext cx="762000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 and Views</a:t>
            </a:r>
            <a:endParaRPr lang="en-US" sz="2700" dirty="0"/>
          </a:p>
        </p:txBody>
      </p:sp>
      <p:pic>
        <p:nvPicPr>
          <p:cNvPr id="3" name="Image 0" descr="/tmp/rasterized-gradient-9e5fe1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8700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38449"/>
            <a:ext cx="404164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individuals and small teams. Each user gets their own workspace with full functionality.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2255490"/>
            <a:ext cx="3962400" cy="670471"/>
          </a:xfrm>
          <a:prstGeom prst="roundRect">
            <a:avLst>
              <a:gd name="adj" fmla="val 11365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0075" y="2398365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Workspace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0075" y="2623096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projects, tasks, and settings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3040261"/>
            <a:ext cx="3962400" cy="670471"/>
          </a:xfrm>
          <a:prstGeom prst="roundRect">
            <a:avLst>
              <a:gd name="adj" fmla="val 11365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00075" y="3183136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Views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0075" y="3407866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Board, My Day, Calendar, All Tasks - switch instantly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3825032"/>
            <a:ext cx="3962400" cy="670471"/>
          </a:xfrm>
          <a:prstGeom prst="roundRect">
            <a:avLst>
              <a:gd name="adj" fmla="val 11365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00075" y="3967907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Filtering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0075" y="4192637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one project or see all at once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24400" y="2280345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VIEWS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24400" y="2592735"/>
            <a:ext cx="1924050" cy="573286"/>
          </a:xfrm>
          <a:prstGeom prst="roundRect">
            <a:avLst>
              <a:gd name="adj" fmla="val 19938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909185" y="2792760"/>
            <a:ext cx="15544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6762750" y="2592735"/>
            <a:ext cx="1924050" cy="573286"/>
          </a:xfrm>
          <a:prstGeom prst="roundRect">
            <a:avLst>
              <a:gd name="adj" fmla="val 19938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947535" y="2792760"/>
            <a:ext cx="15544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Day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4724400" y="3280321"/>
            <a:ext cx="1924050" cy="573286"/>
          </a:xfrm>
          <a:prstGeom prst="roundRect">
            <a:avLst>
              <a:gd name="adj" fmla="val 19938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09185" y="3480346"/>
            <a:ext cx="15544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6762750" y="3280321"/>
            <a:ext cx="1924050" cy="573286"/>
          </a:xfrm>
          <a:prstGeom prst="roundRect">
            <a:avLst>
              <a:gd name="adj" fmla="val 19938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947535" y="3480346"/>
            <a:ext cx="15544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Tasks</a:t>
            </a:r>
            <a:endParaRPr lang="en-US" sz="9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 Performance</a:t>
            </a:r>
            <a:endParaRPr lang="en-US" sz="2700" dirty="0"/>
          </a:p>
        </p:txBody>
      </p:sp>
      <p:pic>
        <p:nvPicPr>
          <p:cNvPr id="3" name="Image 0" descr="/tmp/rasterized-gradient-774f58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8700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03425"/>
            <a:ext cx="379876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Optimised for speed. Loads fast and stays responsive even with hundreds of tasks.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3020467"/>
            <a:ext cx="3798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PageSpeed Score: 100 - Perfect Lighthouse score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457200" y="3288953"/>
            <a:ext cx="3798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Memoised Components - React optimisations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57200" y="3557439"/>
            <a:ext cx="3798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Network - Vercel CDN serves globally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486275" y="2055614"/>
            <a:ext cx="4200525" cy="2022723"/>
          </a:xfrm>
          <a:prstGeom prst="roundRect">
            <a:avLst>
              <a:gd name="adj" fmla="val 7534"/>
            </a:avLst>
          </a:prstGeom>
          <a:solidFill>
            <a:srgbClr val="22C55E">
              <a:alpha val="10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24400" y="2293739"/>
            <a:ext cx="379876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WEB VITALS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24400" y="2630835"/>
            <a:ext cx="11793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Contentful Paint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054132" y="2606129"/>
            <a:ext cx="394543" cy="222796"/>
          </a:xfrm>
          <a:prstGeom prst="roundRect">
            <a:avLst>
              <a:gd name="adj" fmla="val 51303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149382" y="2644229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724400" y="2967930"/>
            <a:ext cx="13480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to Next Paint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7990136" y="2943225"/>
            <a:ext cx="458539" cy="222796"/>
          </a:xfrm>
          <a:prstGeom prst="roundRect">
            <a:avLst>
              <a:gd name="adj" fmla="val 51303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085386" y="2981325"/>
            <a:ext cx="2734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64ms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724400" y="3305026"/>
            <a:ext cx="13339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Layout Shift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8199834" y="3280321"/>
            <a:ext cx="248841" cy="222796"/>
          </a:xfrm>
          <a:prstGeom prst="roundRect">
            <a:avLst>
              <a:gd name="adj" fmla="val 51303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295084" y="3318421"/>
            <a:ext cx="595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724400" y="3642122"/>
            <a:ext cx="9849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First Byte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7995940" y="3617416"/>
            <a:ext cx="452735" cy="222796"/>
          </a:xfrm>
          <a:prstGeom prst="roundRect">
            <a:avLst>
              <a:gd name="adj" fmla="val 51303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8091190" y="3655516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F0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0.01s</a:t>
            </a:r>
            <a:endParaRPr lang="en-US" sz="8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0862" y="1809750"/>
            <a:ext cx="27822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362117" y="2647950"/>
            <a:ext cx="24197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1200"/>
              </a:spcBef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and Support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91000" y="3295650"/>
            <a:ext cx="762000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Videos</a:t>
            </a:r>
            <a:endParaRPr lang="en-US" sz="2700" dirty="0"/>
          </a:p>
        </p:txBody>
      </p:sp>
      <p:pic>
        <p:nvPicPr>
          <p:cNvPr id="3" name="Image 0" descr="/tmp/rasterized-gradient-720999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8700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93689"/>
            <a:ext cx="372103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walkthroughs showing how to use every feature. Watch at your own pace.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2510730"/>
            <a:ext cx="3648075" cy="1729532"/>
          </a:xfrm>
          <a:prstGeom prst="roundRect">
            <a:avLst>
              <a:gd name="adj" fmla="val 6609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57225" y="2710755"/>
            <a:ext cx="33129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Demos: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57225" y="3011686"/>
            <a:ext cx="33129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product tour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7225" y="3228826"/>
            <a:ext cx="33129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Day workflow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57225" y="3445966"/>
            <a:ext cx="33129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notes to tasks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7225" y="3663107"/>
            <a:ext cx="33129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to task creation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57225" y="3880247"/>
            <a:ext cx="33129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add and shortcuts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410075" y="1809899"/>
            <a:ext cx="4276725" cy="2514154"/>
          </a:xfrm>
          <a:prstGeom prst="roundRect">
            <a:avLst>
              <a:gd name="adj" fmla="val 6062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687919" y="2124224"/>
            <a:ext cx="372103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04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D94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4687919" y="2916585"/>
            <a:ext cx="372103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Arcade Demo Collection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687919" y="3232696"/>
            <a:ext cx="37210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Aft>
                <a:spcPts val="1500"/>
              </a:spcAft>
              <a:buNone/>
            </a:pPr>
            <a:r>
              <a:rPr lang="en-US" sz="97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demos you can click through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4724400" y="3596432"/>
            <a:ext cx="3648075" cy="413296"/>
          </a:xfrm>
          <a:prstGeom prst="roundRect">
            <a:avLst>
              <a:gd name="adj" fmla="val 18437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23936" y="3729782"/>
            <a:ext cx="34490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arcade.software/share/collections/jpzeHWwB0yHCXy2MJxEK</a:t>
            </a:r>
            <a:endParaRPr lang="en-US" sz="8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 Guide</a:t>
            </a:r>
            <a:endParaRPr lang="en-US" sz="2700" dirty="0"/>
          </a:p>
        </p:txBody>
      </p:sp>
      <p:pic>
        <p:nvPicPr>
          <p:cNvPr id="3" name="Image 0" descr="/tmp/rasterized-gradient-c6f58c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8700"/>
            <a:ext cx="571500" cy="38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05248"/>
            <a:ext cx="5334000" cy="695176"/>
          </a:xfrm>
          <a:prstGeom prst="roundRect">
            <a:avLst>
              <a:gd name="adj" fmla="val 16442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19125" y="166717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946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34318" y="1726257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76325" y="1667173"/>
            <a:ext cx="22670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76325" y="1891903"/>
            <a:ext cx="22670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gettrackli.com/welcome - takes 30 seconds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57200" y="2314724"/>
            <a:ext cx="5334000" cy="695176"/>
          </a:xfrm>
          <a:prstGeom prst="roundRect">
            <a:avLst>
              <a:gd name="adj" fmla="val 16442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19125" y="247664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946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34318" y="2535734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76325" y="2476649"/>
            <a:ext cx="20136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First Project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76325" y="2701379"/>
            <a:ext cx="20136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welcome project is created automatically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457200" y="3124200"/>
            <a:ext cx="5334000" cy="695176"/>
          </a:xfrm>
          <a:prstGeom prst="roundRect">
            <a:avLst>
              <a:gd name="adj" fmla="val 16442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19125" y="3286125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946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34318" y="3345210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76325" y="3286125"/>
            <a:ext cx="21293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Tasks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076325" y="3510855"/>
            <a:ext cx="2129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Q for quick add, or click + for full editor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57200" y="3933676"/>
            <a:ext cx="5334000" cy="695176"/>
          </a:xfrm>
          <a:prstGeom prst="roundRect">
            <a:avLst>
              <a:gd name="adj" fmla="val 16442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19125" y="409560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946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34318" y="4154686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76325" y="4095601"/>
            <a:ext cx="23699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Your Day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076325" y="4320332"/>
            <a:ext cx="23699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My Day each morning. Use Plan My Day AI.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6019800" y="2219474"/>
            <a:ext cx="2667000" cy="790426"/>
          </a:xfrm>
          <a:prstGeom prst="roundRect">
            <a:avLst>
              <a:gd name="adj" fmla="val 14461"/>
            </a:avLst>
          </a:prstGeom>
          <a:solidFill>
            <a:srgbClr val="22C55E">
              <a:alpha val="10000"/>
            </a:srgbClr>
          </a:solidFill>
          <a:ln w="9525">
            <a:solidFill>
              <a:srgbClr val="22C5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197156" y="2419499"/>
            <a:ext cx="23122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197156" y="2663279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in-app tour on first login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6019800" y="3124200"/>
            <a:ext cx="2667000" cy="790426"/>
          </a:xfrm>
          <a:prstGeom prst="roundRect">
            <a:avLst>
              <a:gd name="adj" fmla="val 14461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197156" y="3324225"/>
            <a:ext cx="23122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Button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197156" y="3568005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? for context help</a:t>
            </a:r>
            <a:endParaRPr lang="en-US" sz="8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2068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to Trackli</a:t>
            </a:r>
            <a:endParaRPr lang="en-US" sz="2700" dirty="0"/>
          </a:p>
        </p:txBody>
      </p:sp>
      <p:pic>
        <p:nvPicPr>
          <p:cNvPr id="3" name="Image 0" descr="/tmp/rasterized-gradient-2e757e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28700"/>
            <a:ext cx="571500" cy="38100"/>
          </a:xfrm>
          <a:prstGeom prst="rect">
            <a:avLst/>
          </a:prstGeom>
        </p:spPr>
      </p:pic>
      <p:pic>
        <p:nvPicPr>
          <p:cNvPr id="4" name="Image 1" descr="/tmp/rasterized-gradient-a9b39ae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73746"/>
            <a:ext cx="4402634" cy="15009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4923" y="2149971"/>
            <a:ext cx="39271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NOW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94923" y="2424261"/>
            <a:ext cx="392718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gettrackli.com/welcome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694923" y="2911822"/>
            <a:ext cx="392718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use during beta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3565178"/>
            <a:ext cx="1391394" cy="695176"/>
          </a:xfrm>
          <a:prstGeom prst="roundRect">
            <a:avLst>
              <a:gd name="adj" fmla="val 16442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08450" y="3727103"/>
            <a:ext cx="10888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08450" y="3951833"/>
            <a:ext cx="10888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browser</a:t>
            </a:r>
            <a:endParaRPr lang="en-US" sz="825" dirty="0"/>
          </a:p>
        </p:txBody>
      </p:sp>
      <p:sp>
        <p:nvSpPr>
          <p:cNvPr id="11" name="Text 7"/>
          <p:cNvSpPr/>
          <p:nvPr/>
        </p:nvSpPr>
        <p:spPr>
          <a:xfrm>
            <a:off x="1962894" y="3565178"/>
            <a:ext cx="1391394" cy="695176"/>
          </a:xfrm>
          <a:prstGeom prst="roundRect">
            <a:avLst>
              <a:gd name="adj" fmla="val 16442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114144" y="3727103"/>
            <a:ext cx="10888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114144" y="3951833"/>
            <a:ext cx="10888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iOS/Android PWA</a:t>
            </a:r>
            <a:endParaRPr lang="en-US" sz="825" dirty="0"/>
          </a:p>
        </p:txBody>
      </p:sp>
      <p:sp>
        <p:nvSpPr>
          <p:cNvPr id="14" name="Text 10"/>
          <p:cNvSpPr/>
          <p:nvPr/>
        </p:nvSpPr>
        <p:spPr>
          <a:xfrm>
            <a:off x="3468588" y="3565178"/>
            <a:ext cx="1391394" cy="695176"/>
          </a:xfrm>
          <a:prstGeom prst="roundRect">
            <a:avLst>
              <a:gd name="adj" fmla="val 16442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619838" y="3727103"/>
            <a:ext cx="10888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619838" y="3951833"/>
            <a:ext cx="10888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Optimised</a:t>
            </a:r>
            <a:endParaRPr lang="en-US" sz="825" dirty="0"/>
          </a:p>
        </p:txBody>
      </p:sp>
      <p:sp>
        <p:nvSpPr>
          <p:cNvPr id="17" name="Text 13"/>
          <p:cNvSpPr/>
          <p:nvPr/>
        </p:nvSpPr>
        <p:spPr>
          <a:xfrm>
            <a:off x="5164634" y="1817489"/>
            <a:ext cx="3522166" cy="1702891"/>
          </a:xfrm>
          <a:prstGeom prst="roundRect">
            <a:avLst>
              <a:gd name="adj" fmla="val 6712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364659" y="2017514"/>
            <a:ext cx="31845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SOON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364659" y="2291804"/>
            <a:ext cx="31845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integration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364659" y="2508945"/>
            <a:ext cx="31845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productivity buddy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364659" y="2726085"/>
            <a:ext cx="31845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integration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364659" y="2943225"/>
            <a:ext cx="31845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Atlassian integration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364659" y="3160365"/>
            <a:ext cx="31845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team projects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164634" y="3634680"/>
            <a:ext cx="3522166" cy="681782"/>
          </a:xfrm>
          <a:prstGeom prst="roundRect">
            <a:avLst>
              <a:gd name="adj" fmla="val 16765"/>
            </a:avLst>
          </a:prstGeom>
          <a:solidFill>
            <a:srgbClr val="FBBF24">
              <a:alpha val="10000"/>
            </a:srgbClr>
          </a:solidFill>
          <a:ln w="9525">
            <a:solidFill>
              <a:srgbClr val="FBBF2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294575" y="3796605"/>
            <a:ext cx="32622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Welcome!</a:t>
            </a:r>
            <a:endParaRPr lang="en-US" sz="975" dirty="0"/>
          </a:p>
        </p:txBody>
      </p:sp>
      <p:sp>
        <p:nvSpPr>
          <p:cNvPr id="26" name="Text 22"/>
          <p:cNvSpPr/>
          <p:nvPr/>
        </p:nvSpPr>
        <p:spPr>
          <a:xfrm>
            <a:off x="5294575" y="4007941"/>
            <a:ext cx="32622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feedback button in the app</a:t>
            </a:r>
            <a:endParaRPr lang="en-US" sz="8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06518" y="1906935"/>
            <a:ext cx="273081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3517868" y="2783235"/>
            <a:ext cx="2108264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Bef>
                <a:spcPts val="1500"/>
              </a:spcBef>
              <a:buNone/>
            </a:pPr>
            <a:r>
              <a:rPr lang="en-US" sz="165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Let's chat!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3663297" y="3686175"/>
            <a:ext cx="181740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6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gettrackli.com/welcome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1341</Words>
  <Application>Microsoft Macintosh PowerPoint</Application>
  <PresentationFormat>On-screen Show (16:9)</PresentationFormat>
  <Paragraphs>289</Paragraphs>
  <Slides>26</Slides>
  <Notes>26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Spicy Mango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Trackli - Smart Task Management</dc:title>
  <dc:subject>Trackli Product Overview</dc:subject>
  <dc:creator>Aimee Roddick</dc:creator>
  <cp:lastModifiedBy>Roddick, Aimee</cp:lastModifiedBy>
  <cp:revision>5</cp:revision>
  <dcterms:created xsi:type="dcterms:W3CDTF">2026-01-06T22:14:37Z</dcterms:created>
  <dcterms:modified xsi:type="dcterms:W3CDTF">2026-01-06T23:16:55Z</dcterms:modified>
</cp:coreProperties>
</file>